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Sales Performance Dashboard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Executive Summary | 2024 Performance Review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Prepared for Regional Sales Management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2024 Key Performance Highlights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Revenue Growth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67EEA"/>
                </a:solidFill>
              </a:rPr>
              <a:t>+15.3% YoY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1691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Exceeded annual target by $300K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371600" y="2286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Total Revenue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67EEA"/>
                </a:solidFill>
              </a:rPr>
              <a:t>$5.8M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0" y="2606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Strongest performance in company history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371600" y="3200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Profit Margin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67EEA"/>
                </a:solidFill>
              </a:rPr>
              <a:t>36.2%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0" y="3520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Slightly below 40% target - improvement opportunity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37160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Regional Performance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0" y="4114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67EEA"/>
                </a:solidFill>
              </a:rPr>
              <a:t>3 of 4 regions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71600" y="4434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Exceeded quarterly targets consistently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Revenue Distribution Analysis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Region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Revenue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Profit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Margin 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North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$1.85M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$702K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37.9%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✓ Exceeding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East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$1.62M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$583K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36.0%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✓ Exceeding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South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$1.38M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$497K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36.0%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→ On Track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West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$950K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$333K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35.1%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→ On Track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11998E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Key Insight: North and East regions driving 60% of total revenue. Consider reallocating resources from West region.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Product Line Performance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56032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Product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Category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Units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Revenue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Margin 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Product 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Electronics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1,850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$1.2M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32.1%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Product 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Electronics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1,420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$1.15M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30.8%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Product 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Furniture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1,380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$1.05M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33.5%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Product B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Furniture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1,520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$950K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38.2%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Product 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Office Supplies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2,140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$850K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</a:rPr>
                        <a:t>42.5%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Action Item: Electronics products underperforming on margin (32% vs 35% target). Price optimization recommended.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Strategic 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solidFill>
            <a:srgbClr val="CADCFC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1. Regional Expansion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Replicate North region's success model in underperforming West territory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1998E"/>
                </a:solidFill>
              </a:rPr>
              <a:t>Potential +$400K annual revenue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77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2. Product Portfolio Optimization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Increase Office Supplies mix (42% margin) while improving Electronics pricing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0" y="2560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1998E"/>
                </a:solidFill>
              </a:rPr>
              <a:t>Target: +2% overall margin improvement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822960"/>
          </a:xfrm>
          <a:prstGeom prst="rect">
            <a:avLst/>
          </a:prstGeom>
          <a:solidFill>
            <a:srgbClr val="CADCFC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91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3. Sales Team Training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56616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Focus on upselling and cross-selling to increase average order value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1998E"/>
                </a:solidFill>
              </a:rPr>
              <a:t>Goal: Raise AOV from $1,345 to $1,500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206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4. Data-Driven Decision Making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48056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Implement weekly dashboard reviews with regional managers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0" y="4389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1998E"/>
                </a:solidFill>
              </a:rPr>
              <a:t>Faster response to market changes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Next Steps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1. Quarterly business reviews with all regional managers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2. Monthly KPI monitoring and trend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3657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3. Implementation of recommended optimization strategies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4114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4. Dashboard training sessions for sales team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</a:rPr>
              <a:t>Questions? Contact: analytics@company.com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Sales Analytics Department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Performance Dashboard - Executive Summary</dc:title>
  <dc:subject>PptxGenJS Presentation</dc:subject>
  <dc:creator>Business Analyst</dc:creator>
  <cp:lastModifiedBy>Business Analyst</cp:lastModifiedBy>
  <cp:revision>1</cp:revision>
  <dcterms:created xsi:type="dcterms:W3CDTF">2026-02-11T08:49:44Z</dcterms:created>
  <dcterms:modified xsi:type="dcterms:W3CDTF">2026-02-11T08:49:44Z</dcterms:modified>
</cp:coreProperties>
</file>